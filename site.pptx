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6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3" d="100"/>
          <a:sy n="53" d="100"/>
        </p:scale>
        <p:origin x="141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855E-4D17-4CF9-9FDB-ED0272304216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23666-6D08-468B-88CB-AE364CEDDB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20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23666-6D08-468B-88CB-AE364CEDDB8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177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23666-6D08-468B-88CB-AE364CEDDB8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31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81F90-F56D-C6FE-CFCF-EB3A4D0F2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89AE5B-3F01-7FC5-ABB9-4CD66E7A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9B2765-A9E1-5C53-65E5-D0476533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DC01F-6E00-9BE3-4966-52B2FE7C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1B4EE7-6A5A-E2F1-A4A6-0F931C74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67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DD6E-F268-4A23-7015-6597023C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AF4D1-882E-BF3C-6211-200BD276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A216E0-34B3-BA8E-04E3-7014FB93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83D26-8475-0DEE-5239-1AA5688D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B2C5C7-7CE3-EF0B-5555-C6313609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35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8DCE7-26C2-EE6B-3041-FD06D3E55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E569CF-F702-E4C8-E89A-5774694DD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25EFF0-C677-1C36-644F-3CE92F81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FBB82-94F1-5008-C4E4-5B318A1C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9A44E-E245-A76A-93BC-30DC9986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54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3A96F-FC48-0C9B-1437-044E089C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8B2DF-DC0F-3E68-EC30-F70E4015D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4BD4CF-7C58-A062-76BE-0DCDABFF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EF38F8-A8CA-2F92-E911-06EED624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B4C979-69DE-8E93-CC8E-08251923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13D2C1-8BA1-93F4-6EEC-E4DCC6A9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91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80FF2-A7CF-B84C-E056-5AE663D1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7D8462-7237-78FE-D2BB-9BE528302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FF739F-3D85-F1EB-4A19-A666CDD7C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B33AF8-0778-3E91-978F-E870B3D92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AD3110-8ED4-B7FC-740E-0A3C14DF4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6903F7-64C6-94BC-C536-0143514E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A51E4D-0EF8-C98F-CCD9-82BD0F12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9D96738-B42D-2461-B3F9-C7A567CF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7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790B-911E-ACED-1643-00009974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5AE78F-ED75-5C58-05AA-16D97141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101DA7-E28A-9D07-AFBA-1FCB1796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285528-73CB-4E8F-2A4A-7ECCF077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55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292C91F-231B-67E5-80B7-B3E6428A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732F75-7003-84C3-623F-81A550DE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4C6205-7234-250D-5CFF-869A8D93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91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AC974-0B30-6BB4-CCEB-3BCD920A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92C7C8-FFE5-B9AF-E4C5-06FD62D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703C5F-371F-F35B-7E31-05EFBB313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744BE8-5BC6-09C4-5668-1364A2A5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E701E0-AD86-AEFB-7AFF-9AABA2DD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2938D9-29C8-C16D-2BF2-8052CC48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4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5106C-DB22-AC80-8B13-37699F16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95D112-0D3F-9CEA-6589-991BF4D97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85DE0E-D1A6-587E-1542-732C86242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F2CC41-66E1-54E2-F1AA-24E3623E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271293-88B8-2CC4-E6DB-AF8025BA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4E0B0E-3C07-AB64-83CB-93FD53DB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310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66BB9-3A06-2A4A-1E1A-08E115E3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6EFB49-39F2-DF28-15D4-D089C4C9E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F47557-9FAE-E36D-5131-E2F754F7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6E8D79-AD69-1A93-D8AF-BF1653EC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570111-4463-6F6E-4462-EE738866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07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05C403-26A7-A8CF-515B-326CC2808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E654D1-1D79-5BF0-03A7-D1DDF07C6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EAC2F-36D2-CE9C-0C57-1ECB7724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733151-9B58-3626-4EC6-D10C7AAB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2DFA6B-D6A8-E638-64D6-0F49BA0C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13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63C151-D1E3-18A7-0941-796F5F72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E70052-E092-B152-CC24-0CE9B2903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7467D-0BA0-DAAD-5302-7785C2C43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1217F-2585-4BE1-A050-5C988BC95AEE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F159CA-2CC9-AD00-2848-1C2F4E76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8E5052-474E-C3C0-A5E3-2A41B23CD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ED695-446E-4D1A-B2CB-4AAE6935A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07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teuspaglia-sys.github.io/projetosite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Imagem 10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956AE371-4CBD-F877-79A3-F96C4ACD0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AD7E03C-5596-215F-B070-8063B5883A4E}"/>
              </a:ext>
            </a:extLst>
          </p:cNvPr>
          <p:cNvSpPr txBox="1"/>
          <p:nvPr/>
        </p:nvSpPr>
        <p:spPr>
          <a:xfrm>
            <a:off x="2409832" y="1481474"/>
            <a:ext cx="72676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latin typeface="Algerian" panose="04020705040A02060702" pitchFamily="82" charset="0"/>
              </a:rPr>
              <a:t>Restaurante</a:t>
            </a:r>
          </a:p>
        </p:txBody>
      </p:sp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2E4A7D05-FC52-A74F-3A89-6B2F18CE5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t="9360" r="53866" b="33758"/>
          <a:stretch>
            <a:fillRect/>
          </a:stretch>
        </p:blipFill>
        <p:spPr>
          <a:xfrm>
            <a:off x="4233101" y="2804913"/>
            <a:ext cx="3621099" cy="3227502"/>
          </a:xfrm>
          <a:prstGeom prst="rect">
            <a:avLst/>
          </a:prstGeom>
        </p:spPr>
      </p:pic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9366A62E-5FEB-D193-C666-FFD0A4952C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5" t="23305" r="9810" b="12606"/>
          <a:stretch>
            <a:fillRect/>
          </a:stretch>
        </p:blipFill>
        <p:spPr>
          <a:xfrm rot="421883">
            <a:off x="8613871" y="3711642"/>
            <a:ext cx="2816932" cy="2489246"/>
          </a:xfrm>
          <a:prstGeom prst="rect">
            <a:avLst/>
          </a:prstGeom>
        </p:spPr>
      </p:pic>
      <p:pic>
        <p:nvPicPr>
          <p:cNvPr id="7" name="Imagem 6" descr="Uma imagem contendo comida, quarto&#10;&#10;O conteúdo gerado por IA pode estar incorreto.">
            <a:extLst>
              <a:ext uri="{FF2B5EF4-FFF2-40B4-BE49-F238E27FC236}">
                <a16:creationId xmlns:a16="http://schemas.microsoft.com/office/drawing/2014/main" id="{1ED3C96A-96B0-CAA9-66BC-8ED9C3847C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1" t="18823" r="17347" b="23885"/>
          <a:stretch>
            <a:fillRect/>
          </a:stretch>
        </p:blipFill>
        <p:spPr>
          <a:xfrm>
            <a:off x="669081" y="4214938"/>
            <a:ext cx="2414613" cy="2210357"/>
          </a:xfrm>
          <a:prstGeom prst="rect">
            <a:avLst/>
          </a:prstGeom>
        </p:spPr>
      </p:pic>
      <p:pic>
        <p:nvPicPr>
          <p:cNvPr id="9" name="Imagem 8" descr="Uma imagem contendo abajur, banqueta, quarto, comida&#10;&#10;O conteúdo gerado por IA pode estar incorreto.">
            <a:extLst>
              <a:ext uri="{FF2B5EF4-FFF2-40B4-BE49-F238E27FC236}">
                <a16:creationId xmlns:a16="http://schemas.microsoft.com/office/drawing/2014/main" id="{1E337A89-A123-3940-0954-DC491BE39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1" t="29331" r="18592" b="19825"/>
          <a:stretch>
            <a:fillRect/>
          </a:stretch>
        </p:blipFill>
        <p:spPr>
          <a:xfrm rot="620290">
            <a:off x="825078" y="1132715"/>
            <a:ext cx="1532055" cy="1317453"/>
          </a:xfrm>
          <a:prstGeom prst="rect">
            <a:avLst/>
          </a:prstGeom>
        </p:spPr>
      </p:pic>
      <p:pic>
        <p:nvPicPr>
          <p:cNvPr id="14" name="Imagem 1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A61985CE-26FC-C949-8EC6-F6E10C68DD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93195">
            <a:off x="9226711" y="1004374"/>
            <a:ext cx="2277637" cy="22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9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96912BB6-6E67-9128-FA60-0D8FB079B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E848D2-9388-8C9A-65A3-8EB27DC3F185}"/>
              </a:ext>
            </a:extLst>
          </p:cNvPr>
          <p:cNvSpPr txBox="1"/>
          <p:nvPr/>
        </p:nvSpPr>
        <p:spPr>
          <a:xfrm>
            <a:off x="1074414" y="596413"/>
            <a:ext cx="100431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Algerian" panose="04020705040A02060702" pitchFamily="82" charset="0"/>
              </a:rPr>
              <a:t>Conhecendo nosso site</a:t>
            </a:r>
            <a:r>
              <a:rPr lang="pt-BR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!!!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90C8E44-F18F-2CB5-1BCE-BBA713628583}"/>
              </a:ext>
            </a:extLst>
          </p:cNvPr>
          <p:cNvSpPr txBox="1"/>
          <p:nvPr/>
        </p:nvSpPr>
        <p:spPr>
          <a:xfrm>
            <a:off x="916296" y="1612076"/>
            <a:ext cx="100431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Aptos Slab" panose="020F0502020204030204" pitchFamily="34" charset="0"/>
              </a:rPr>
              <a:t>	</a:t>
            </a:r>
            <a:r>
              <a:rPr lang="pt-BR" sz="4000" dirty="0">
                <a:latin typeface="Aptos Slab" panose="020B0004020202020204" pitchFamily="34" charset="0"/>
              </a:rPr>
              <a:t>O nosso restaurante tem o nome de </a:t>
            </a:r>
            <a:r>
              <a:rPr lang="pt-BR" sz="4000" dirty="0" err="1">
                <a:latin typeface="Aptos Slab" panose="020B0004020202020204" pitchFamily="34" charset="0"/>
              </a:rPr>
              <a:t>Teri</a:t>
            </a:r>
            <a:r>
              <a:rPr lang="pt-BR" sz="4000" dirty="0">
                <a:latin typeface="Aptos Slab" panose="020B0004020202020204" pitchFamily="34" charset="0"/>
              </a:rPr>
              <a:t> </a:t>
            </a:r>
            <a:r>
              <a:rPr lang="pt-BR" sz="4000" dirty="0" err="1">
                <a:latin typeface="Aptos Slab" panose="020B0004020202020204" pitchFamily="34" charset="0"/>
              </a:rPr>
              <a:t>Yaki</a:t>
            </a:r>
            <a:r>
              <a:rPr lang="pt-BR" sz="4000" dirty="0">
                <a:latin typeface="Aptos Slab" panose="020B0004020202020204" pitchFamily="34" charset="0"/>
              </a:rPr>
              <a:t>, inspirado em um molho tradicional e conhecido, servindo de acompanhamento para comidas orientais.</a:t>
            </a:r>
          </a:p>
          <a:p>
            <a:pPr algn="just"/>
            <a:r>
              <a:rPr lang="pt-BR" sz="4000" dirty="0">
                <a:latin typeface="Aptos Slab" panose="020B0004020202020204" pitchFamily="34" charset="0"/>
              </a:rPr>
              <a:t>	Aqui oferecemos uma grande variedade de pratos e bebidas asiáticas, trazendo conforto, satisfação e bem-estar ao cliente</a:t>
            </a:r>
            <a:r>
              <a:rPr lang="pt-BR" sz="4000" dirty="0">
                <a:latin typeface="Aptos Slab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540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D839794-03C9-54B2-4084-80186EDE5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3" b="90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7FD127-9E0E-8F7E-FFAA-28D293F30C07}"/>
              </a:ext>
            </a:extLst>
          </p:cNvPr>
          <p:cNvSpPr txBox="1"/>
          <p:nvPr/>
        </p:nvSpPr>
        <p:spPr>
          <a:xfrm>
            <a:off x="3125449" y="709319"/>
            <a:ext cx="64382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Algerian" panose="04020705040A02060702" pitchFamily="82" charset="0"/>
              </a:rPr>
              <a:t>Ferramentas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2965A99-B608-0C50-53E1-582C2DD011A3}"/>
              </a:ext>
            </a:extLst>
          </p:cNvPr>
          <p:cNvSpPr txBox="1"/>
          <p:nvPr/>
        </p:nvSpPr>
        <p:spPr>
          <a:xfrm>
            <a:off x="961244" y="1724982"/>
            <a:ext cx="102695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Aptos Slab" panose="020B0004020202020204" pitchFamily="34" charset="0"/>
              </a:rPr>
              <a:t>	Nossas principais ferramentas utilizadas na construção do site foram o HTML, o CSS e o JAVA SCRIPT, todos se complementam para construir os detalhes importantes.</a:t>
            </a:r>
          </a:p>
          <a:p>
            <a:pPr algn="just"/>
            <a:r>
              <a:rPr lang="pt-BR" sz="4000" dirty="0">
                <a:latin typeface="Aptos Slab" panose="020B0004020202020204" pitchFamily="34" charset="0"/>
              </a:rPr>
              <a:t>	O CSS-TRICKS nos auxiliou para entender os códigos e o GIT HUB para publicar o site e recuperar o código em caso de erro.</a:t>
            </a:r>
          </a:p>
        </p:txBody>
      </p:sp>
    </p:spTree>
    <p:extLst>
      <p:ext uri="{BB962C8B-B14F-4D97-AF65-F5344CB8AC3E}">
        <p14:creationId xmlns:p14="http://schemas.microsoft.com/office/powerpoint/2010/main" val="331801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D43CA2C-904C-C258-1C49-F8CD6BDF0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3" b="90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CAF37E4-EA72-1F9E-5CD0-6459E0B9EDBF}"/>
              </a:ext>
            </a:extLst>
          </p:cNvPr>
          <p:cNvSpPr txBox="1"/>
          <p:nvPr/>
        </p:nvSpPr>
        <p:spPr>
          <a:xfrm>
            <a:off x="3925234" y="584788"/>
            <a:ext cx="4469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Algerian" panose="04020705040A02060702" pitchFamily="82" charset="0"/>
              </a:rPr>
              <a:t>Desafios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BC4316-AAE1-C14E-19DC-AE5CB39230BF}"/>
              </a:ext>
            </a:extLst>
          </p:cNvPr>
          <p:cNvSpPr txBox="1"/>
          <p:nvPr/>
        </p:nvSpPr>
        <p:spPr>
          <a:xfrm>
            <a:off x="629408" y="1600451"/>
            <a:ext cx="1052126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Aptos Slab" panose="020B0004020202020204" pitchFamily="34" charset="0"/>
              </a:rPr>
              <a:t>	Alguns dos nossos principais desafios foram na organização do nosso site para dispor as imagens do cardápio nos lugares adequados, e encontrar um lugar adequado para cada elemento utilizado na construção do projeto.</a:t>
            </a:r>
          </a:p>
          <a:p>
            <a:pPr algn="just"/>
            <a:r>
              <a:rPr lang="pt-BR" sz="4000" dirty="0">
                <a:latin typeface="Aptos Slab" panose="020B0004020202020204" pitchFamily="34" charset="0"/>
              </a:rPr>
              <a:t>       O grupo também teve dificuldade no estudo do Java Script que foi usado no site.</a:t>
            </a:r>
          </a:p>
        </p:txBody>
      </p:sp>
    </p:spTree>
    <p:extLst>
      <p:ext uri="{BB962C8B-B14F-4D97-AF65-F5344CB8AC3E}">
        <p14:creationId xmlns:p14="http://schemas.microsoft.com/office/powerpoint/2010/main" val="163759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424068F1-53B8-E0A8-E2FD-866AD6920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3" b="902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29BC291-0BF1-BDDA-7854-E1221632943F}"/>
              </a:ext>
            </a:extLst>
          </p:cNvPr>
          <p:cNvSpPr txBox="1"/>
          <p:nvPr/>
        </p:nvSpPr>
        <p:spPr>
          <a:xfrm>
            <a:off x="1951219" y="452736"/>
            <a:ext cx="8289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latin typeface="Algerian" panose="04020705040A02060702" pitchFamily="82" charset="0"/>
              </a:rPr>
              <a:t>Como superamos os </a:t>
            </a:r>
          </a:p>
          <a:p>
            <a:r>
              <a:rPr lang="pt-BR" sz="6000" dirty="0">
                <a:latin typeface="Algerian" panose="04020705040A02060702" pitchFamily="82" charset="0"/>
              </a:rPr>
              <a:t>            desafios!!!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0E2DD4A-9BD0-2272-7AEB-36473D1150D2}"/>
              </a:ext>
            </a:extLst>
          </p:cNvPr>
          <p:cNvSpPr txBox="1"/>
          <p:nvPr/>
        </p:nvSpPr>
        <p:spPr>
          <a:xfrm>
            <a:off x="909401" y="2265670"/>
            <a:ext cx="108228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/>
              <a:t>         </a:t>
            </a:r>
            <a:r>
              <a:rPr lang="pt-BR" sz="4000" dirty="0">
                <a:latin typeface="Aptos Slab" panose="020B0004020202020204" pitchFamily="34" charset="0"/>
              </a:rPr>
              <a:t>Com a ajuda das nossas ferramentas conseguimos organizar os elementos no seu devido lugar, com o CSS colocamos as imagens no lugar certo dentro do cardápio. E quanto ao Java Script, nós estudamos e compreendemos as dúvidas que passamos no processo de criação do site.</a:t>
            </a:r>
          </a:p>
        </p:txBody>
      </p:sp>
    </p:spTree>
    <p:extLst>
      <p:ext uri="{BB962C8B-B14F-4D97-AF65-F5344CB8AC3E}">
        <p14:creationId xmlns:p14="http://schemas.microsoft.com/office/powerpoint/2010/main" val="2139338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DAF14AC-DCCF-E861-941A-13FCCF56F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12192000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Imagem 17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19526405-F075-8272-3ABD-46AE03EC1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1665"/>
            <a:ext cx="12191999" cy="7319665"/>
          </a:xfrm>
          <a:prstGeom prst="rect">
            <a:avLst/>
          </a:prstGeom>
        </p:spPr>
      </p:pic>
      <p:pic>
        <p:nvPicPr>
          <p:cNvPr id="23" name="Imagem 22" descr="Código QR&#10;&#10;O conteúdo gerado por IA pode estar incorreto.">
            <a:extLst>
              <a:ext uri="{FF2B5EF4-FFF2-40B4-BE49-F238E27FC236}">
                <a16:creationId xmlns:a16="http://schemas.microsoft.com/office/drawing/2014/main" id="{2BEF2AA6-88BE-EA01-3D6C-C2E5F745B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55" y="461665"/>
            <a:ext cx="4327288" cy="433996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73C53902-3189-83FD-D3E4-84D20BF5C329}"/>
              </a:ext>
            </a:extLst>
          </p:cNvPr>
          <p:cNvSpPr txBox="1"/>
          <p:nvPr/>
        </p:nvSpPr>
        <p:spPr>
          <a:xfrm>
            <a:off x="3774297" y="5603362"/>
            <a:ext cx="4882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Algerian" panose="04020705040A02060702" pitchFamily="82" charset="0"/>
              </a:rPr>
              <a:t>Visite nosso site !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555A1E4-88C6-385E-10F3-0896527F81AC}"/>
              </a:ext>
            </a:extLst>
          </p:cNvPr>
          <p:cNvSpPr txBox="1"/>
          <p:nvPr/>
        </p:nvSpPr>
        <p:spPr>
          <a:xfrm>
            <a:off x="3627560" y="5003198"/>
            <a:ext cx="5358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https://mateuspaglia-sys.github.io/projetosite/</a:t>
            </a:r>
            <a:endParaRPr lang="pt-BR" alt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pt-BR" altLang="pt-BR" b="1" dirty="0"/>
            </a:br>
            <a:endParaRPr lang="pt-BR" altLang="pt-BR" b="1" dirty="0">
              <a:latin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5225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236</Words>
  <Application>Microsoft Office PowerPoint</Application>
  <PresentationFormat>Widescreen</PresentationFormat>
  <Paragraphs>20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Algerian</vt:lpstr>
      <vt:lpstr>Aptos</vt:lpstr>
      <vt:lpstr>Aptos Display</vt:lpstr>
      <vt:lpstr>Aptos Slab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SemearTech</dc:creator>
  <cp:lastModifiedBy>SemearTech</cp:lastModifiedBy>
  <cp:revision>8</cp:revision>
  <dcterms:created xsi:type="dcterms:W3CDTF">2025-11-19T16:58:40Z</dcterms:created>
  <dcterms:modified xsi:type="dcterms:W3CDTF">2025-12-04T18:54:45Z</dcterms:modified>
</cp:coreProperties>
</file>